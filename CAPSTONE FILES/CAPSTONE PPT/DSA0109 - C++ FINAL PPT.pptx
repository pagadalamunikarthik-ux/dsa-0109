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58" r:id="rId5"/>
    <p:sldId id="270" r:id="rId6"/>
    <p:sldId id="272" r:id="rId7"/>
    <p:sldId id="260" r:id="rId8"/>
    <p:sldId id="268" r:id="rId9"/>
    <p:sldId id="277" r:id="rId10"/>
    <p:sldId id="279" r:id="rId11"/>
    <p:sldId id="278" r:id="rId12"/>
    <p:sldId id="273" r:id="rId13"/>
    <p:sldId id="274" r:id="rId14"/>
    <p:sldId id="275" r:id="rId15"/>
    <p:sldId id="276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 varScale="1">
        <p:scale>
          <a:sx n="67" d="100"/>
          <a:sy n="67" d="100"/>
        </p:scale>
        <p:origin x="10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DA21-63DF-43E8-8815-942169DDBBE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F174-D25E-4E8E-BDDC-6CABEECC48D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DA21-63DF-43E8-8815-942169DDBBE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F174-D25E-4E8E-BDDC-6CABEECC48D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DA21-63DF-43E8-8815-942169DDBBE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F174-D25E-4E8E-BDDC-6CABEECC48D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DA21-63DF-43E8-8815-942169DDBBE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F174-D25E-4E8E-BDDC-6CABEECC48D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DA21-63DF-43E8-8815-942169DDBBE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F174-D25E-4E8E-BDDC-6CABEECC48D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DA21-63DF-43E8-8815-942169DDBBE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F174-D25E-4E8E-BDDC-6CABEECC48D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DA21-63DF-43E8-8815-942169DDBBE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F174-D25E-4E8E-BDDC-6CABEECC48D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DA21-63DF-43E8-8815-942169DDBBE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F174-D25E-4E8E-BDDC-6CABEECC48D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DA21-63DF-43E8-8815-942169DDBBE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F174-D25E-4E8E-BDDC-6CABEECC48D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DA21-63DF-43E8-8815-942169DDBBE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F174-D25E-4E8E-BDDC-6CABEECC48D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DA21-63DF-43E8-8815-942169DDBBE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F174-D25E-4E8E-BDDC-6CABEECC48D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DDA21-63DF-43E8-8815-942169DDBBE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7F174-D25E-4E8E-BDDC-6CABEECC48D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7352" y="1834297"/>
            <a:ext cx="11300643" cy="1383727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PERSONAL EXPENDITURE MONITORING SYSTEM DEVELOPED</a:t>
            </a:r>
            <a:r>
              <a:rPr lang="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</a:p>
        </p:txBody>
      </p:sp>
      <p:pic>
        <p:nvPicPr>
          <p:cNvPr id="4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9033" y="417887"/>
            <a:ext cx="6313932" cy="845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7276" y="4959029"/>
            <a:ext cx="3873910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. Sasidhar(192425304)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. Muni Karthik(192425061)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. Karthekeya(192411093)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271" y="5383612"/>
            <a:ext cx="3716594" cy="1047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 </a:t>
            </a: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I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. Sudha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9BA7C4-7840-C14C-6A43-0D2B6B748BA2}"/>
              </a:ext>
            </a:extLst>
          </p:cNvPr>
          <p:cNvSpPr txBox="1"/>
          <p:nvPr/>
        </p:nvSpPr>
        <p:spPr>
          <a:xfrm>
            <a:off x="1110904" y="3711414"/>
            <a:ext cx="997019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DSA0109 - OBJECT ORIENTED PROGRAMMING WITH C++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89;g3bc64e9295e_8_40">
            <a:extLst>
              <a:ext uri="{FF2B5EF4-FFF2-40B4-BE49-F238E27FC236}">
                <a16:creationId xmlns:a16="http://schemas.microsoft.com/office/drawing/2014/main" id="{EC764E55-8942-62C9-51FA-A2EF7FBF2D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0;g3bc64e9295e_8_40">
            <a:extLst>
              <a:ext uri="{FF2B5EF4-FFF2-40B4-BE49-F238E27FC236}">
                <a16:creationId xmlns:a16="http://schemas.microsoft.com/office/drawing/2014/main" id="{596DABDF-97FD-5F2E-19DF-446D78287C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6182" y="149072"/>
            <a:ext cx="3959635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016" y="1706563"/>
            <a:ext cx="10515600" cy="5594350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personal finances manually can make it difficult to track spending patterns, monitor budgets and determine actual savings.</a:t>
            </a:r>
          </a:p>
          <a:p>
            <a:pPr algn="just">
              <a:lnSpc>
                <a:spcPct val="17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capabilities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income and expenditure 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transactions by category 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category-wise spending analysis 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Presents financial information through an interactive dashboard</a:t>
            </a:r>
          </a:p>
          <a:p>
            <a:pPr algn="just">
              <a:lnSpc>
                <a:spcPct val="17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89;g3bc64e9295e_8_40">
            <a:extLst>
              <a:ext uri="{FF2B5EF4-FFF2-40B4-BE49-F238E27FC236}">
                <a16:creationId xmlns:a16="http://schemas.microsoft.com/office/drawing/2014/main" id="{661348C4-C3B7-145D-01CA-9F1C52A98F7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0;g3bc64e9295e_8_40">
            <a:extLst>
              <a:ext uri="{FF2B5EF4-FFF2-40B4-BE49-F238E27FC236}">
                <a16:creationId xmlns:a16="http://schemas.microsoft.com/office/drawing/2014/main" id="{84E45C37-5954-1B6E-8522-E1832A8583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B9ED2B-807B-D20F-1548-01B2A215BDE2}"/>
              </a:ext>
            </a:extLst>
          </p:cNvPr>
          <p:cNvSpPr txBox="1"/>
          <p:nvPr/>
        </p:nvSpPr>
        <p:spPr>
          <a:xfrm>
            <a:off x="6095999" y="3558094"/>
            <a:ext cx="6096001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financial records using persistent storage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income, expenses and balance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monthly budget utilization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6902" y="110823"/>
            <a:ext cx="3998196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5" name="Google Shape;89;g3bc64e9295e_8_40">
            <a:extLst>
              <a:ext uri="{FF2B5EF4-FFF2-40B4-BE49-F238E27FC236}">
                <a16:creationId xmlns:a16="http://schemas.microsoft.com/office/drawing/2014/main" id="{D51E74D0-07A3-50E8-1236-5787BBED237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205914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0;g3bc64e9295e_8_40">
            <a:extLst>
              <a:ext uri="{FF2B5EF4-FFF2-40B4-BE49-F238E27FC236}">
                <a16:creationId xmlns:a16="http://schemas.microsoft.com/office/drawing/2014/main" id="{79879654-3021-0878-CA9F-09A9FDE354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1B465C-DB3F-5927-5326-E153E4F53D3D}"/>
              </a:ext>
            </a:extLst>
          </p:cNvPr>
          <p:cNvSpPr txBox="1"/>
          <p:nvPr/>
        </p:nvSpPr>
        <p:spPr>
          <a:xfrm>
            <a:off x="357352" y="1899852"/>
            <a:ext cx="12258675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objective is to develop a reliable and user-friendly system for monitoring personal financial activity.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income and expense transactions systematically.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Categorize expenditure for better financial visibility.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total income, expenses and available balance automatically.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spending against a predefined monthly budget.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expenditure patterns using graphical representations.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users to search, edit and delete transaction records.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foundation for future financial reports and enhancements.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512" y="452740"/>
            <a:ext cx="10340975" cy="968375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5" name="Google Shape;89;g3bc64e9295e_8_40">
            <a:extLst>
              <a:ext uri="{FF2B5EF4-FFF2-40B4-BE49-F238E27FC236}">
                <a16:creationId xmlns:a16="http://schemas.microsoft.com/office/drawing/2014/main" id="{CB814C87-C6DF-102D-280F-49C1F02EC3E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0;g3bc64e9295e_8_40">
            <a:extLst>
              <a:ext uri="{FF2B5EF4-FFF2-40B4-BE49-F238E27FC236}">
                <a16:creationId xmlns:a16="http://schemas.microsoft.com/office/drawing/2014/main" id="{C87147DB-BC2E-99C9-E9F5-8686CC76C3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B04D1E-715D-EDAB-E364-9A514FC7FCB4}"/>
              </a:ext>
            </a:extLst>
          </p:cNvPr>
          <p:cNvSpPr txBox="1"/>
          <p:nvPr/>
        </p:nvSpPr>
        <p:spPr>
          <a:xfrm>
            <a:off x="357352" y="2012127"/>
            <a:ext cx="11687175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personal expense tracking often depends on notebooks, spreadsheets or fragmented records</a:t>
            </a:r>
          </a:p>
          <a:p>
            <a:pPr algn="just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Difficulty maintaining consistent financial records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Limited visibility into spending patterns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calculation of income and expenditure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Difficulty identifying high-spending categories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real-time budget utilization information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Increased possibility of calculation and recording errors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9;g3bc64e9295e_8_40">
            <a:extLst>
              <a:ext uri="{FF2B5EF4-FFF2-40B4-BE49-F238E27FC236}">
                <a16:creationId xmlns:a16="http://schemas.microsoft.com/office/drawing/2014/main" id="{9898C372-861F-9AA6-611E-A779B698DE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0;g3bc64e9295e_8_40">
            <a:extLst>
              <a:ext uri="{FF2B5EF4-FFF2-40B4-BE49-F238E27FC236}">
                <a16:creationId xmlns:a16="http://schemas.microsoft.com/office/drawing/2014/main" id="{0E6E8563-2953-DFFB-EC51-A9D8E9C04D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4B4869-1B35-E176-9C5F-8AC0F8B51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5590" y="1073211"/>
            <a:ext cx="5255520" cy="56015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589E3E-3A59-0A18-FFD6-ED148B9EA577}"/>
              </a:ext>
            </a:extLst>
          </p:cNvPr>
          <p:cNvSpPr txBox="1"/>
          <p:nvPr/>
        </p:nvSpPr>
        <p:spPr>
          <a:xfrm>
            <a:off x="3443288" y="183227"/>
            <a:ext cx="5700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7B2142-2897-628A-5EE1-428B6B2E7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809050"/>
              </p:ext>
            </p:extLst>
          </p:nvPr>
        </p:nvGraphicFramePr>
        <p:xfrm>
          <a:off x="838200" y="1289527"/>
          <a:ext cx="10515600" cy="543224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3284273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95850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6768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Programming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C++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5644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Structures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struct, vector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5073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fstream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6765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53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5878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9114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Plotly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35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Budget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0456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Code / Local Environment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8932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Web Application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235899"/>
                  </a:ext>
                </a:extLst>
              </a:tr>
            </a:tbl>
          </a:graphicData>
        </a:graphic>
      </p:graphicFrame>
      <p:pic>
        <p:nvPicPr>
          <p:cNvPr id="7" name="Google Shape;89;g3bc64e9295e_8_40">
            <a:extLst>
              <a:ext uri="{FF2B5EF4-FFF2-40B4-BE49-F238E27FC236}">
                <a16:creationId xmlns:a16="http://schemas.microsoft.com/office/drawing/2014/main" id="{6C6B5900-5DD7-2D22-F5C8-F5B343119BD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3" y="191626"/>
            <a:ext cx="857086" cy="965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0;g3bc64e9295e_8_40">
            <a:extLst>
              <a:ext uri="{FF2B5EF4-FFF2-40B4-BE49-F238E27FC236}">
                <a16:creationId xmlns:a16="http://schemas.microsoft.com/office/drawing/2014/main" id="{5C18B69E-4503-AD95-B0E7-E991607DEF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15649" y="191626"/>
            <a:ext cx="1118695" cy="109790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751CF7-6FB1-D7ED-6CE3-5254EECAD127}"/>
              </a:ext>
            </a:extLst>
          </p:cNvPr>
          <p:cNvSpPr txBox="1"/>
          <p:nvPr/>
        </p:nvSpPr>
        <p:spPr>
          <a:xfrm>
            <a:off x="3309937" y="136233"/>
            <a:ext cx="5572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</p:spTree>
    <p:extLst>
      <p:ext uri="{BB962C8B-B14F-4D97-AF65-F5344CB8AC3E}">
        <p14:creationId xmlns:p14="http://schemas.microsoft.com/office/powerpoint/2010/main" val="528050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3449" y="218921"/>
            <a:ext cx="9025102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INCOME &amp; EXPENSE MANAGEMENT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89;g3bc64e9295e_8_40">
            <a:extLst>
              <a:ext uri="{FF2B5EF4-FFF2-40B4-BE49-F238E27FC236}">
                <a16:creationId xmlns:a16="http://schemas.microsoft.com/office/drawing/2014/main" id="{EA440849-9C85-640A-35AD-291C6B0E3B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0;g3bc64e9295e_8_40">
            <a:extLst>
              <a:ext uri="{FF2B5EF4-FFF2-40B4-BE49-F238E27FC236}">
                <a16:creationId xmlns:a16="http://schemas.microsoft.com/office/drawing/2014/main" id="{DA59762D-8F70-C8CD-E98B-811E4CF299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C13923-D8F6-DDB6-8E4F-8C65E10A76CD}"/>
              </a:ext>
            </a:extLst>
          </p:cNvPr>
          <p:cNvSpPr txBox="1"/>
          <p:nvPr/>
        </p:nvSpPr>
        <p:spPr>
          <a:xfrm>
            <a:off x="458815" y="1800379"/>
            <a:ext cx="11228360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structured mechanism for recording, maintaining and managing personal financial transactions.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income and expense transactions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date, category, description and amount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transaction data in CSV format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complete transaction history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filter financial records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or delete existing transactions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g3bc64e9295e_8_40">
            <a:extLst>
              <a:ext uri="{FF2B5EF4-FFF2-40B4-BE49-F238E27FC236}">
                <a16:creationId xmlns:a16="http://schemas.microsoft.com/office/drawing/2014/main" id="{482EE91D-B76A-837D-8883-9D553871E72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0;g3bc64e9295e_8_40">
            <a:extLst>
              <a:ext uri="{FF2B5EF4-FFF2-40B4-BE49-F238E27FC236}">
                <a16:creationId xmlns:a16="http://schemas.microsoft.com/office/drawing/2014/main" id="{502FA783-1651-17C5-6BED-38E0323A6B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3A4853-A548-3D76-F6F5-2B83648825CD}"/>
              </a:ext>
            </a:extLst>
          </p:cNvPr>
          <p:cNvSpPr txBox="1"/>
          <p:nvPr/>
        </p:nvSpPr>
        <p:spPr>
          <a:xfrm>
            <a:off x="855881" y="1738343"/>
            <a:ext cx="11178464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transform recorded transactions into meaningful financial indicators that support budgeting and expenditure analysis.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Calculations: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Income – Sum of all income transactions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Expense – Sum of all expenditure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Balance – Total Income − Total Expense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Savings Rate – (Balance / Total Income) × 100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Budget Remaining – Monthly Budget − Expenses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3E4745-30E5-7C6A-1A47-46B291F8CC15}"/>
              </a:ext>
            </a:extLst>
          </p:cNvPr>
          <p:cNvSpPr txBox="1"/>
          <p:nvPr/>
        </p:nvSpPr>
        <p:spPr>
          <a:xfrm>
            <a:off x="1584653" y="168939"/>
            <a:ext cx="88373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FINANCIAL ANALYSIS </a:t>
            </a:r>
          </a:p>
          <a:p>
            <a:pPr algn="ctr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PLANNING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4F7399-C5B0-4B7E-A283-A04BF0720B1E}"/>
              </a:ext>
            </a:extLst>
          </p:cNvPr>
          <p:cNvSpPr txBox="1"/>
          <p:nvPr/>
        </p:nvSpPr>
        <p:spPr>
          <a:xfrm>
            <a:off x="6933011" y="3123337"/>
            <a:ext cx="4911327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Planning Features: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Monthly budget monitoring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Category-wise spending analysis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Income vs. expense comparison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Identification of highest spending category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Average daily expenditure calculation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E6530A-25C6-50AA-D0ED-9201AD82D87B}"/>
              </a:ext>
            </a:extLst>
          </p:cNvPr>
          <p:cNvSpPr txBox="1"/>
          <p:nvPr/>
        </p:nvSpPr>
        <p:spPr>
          <a:xfrm>
            <a:off x="1502569" y="185738"/>
            <a:ext cx="91868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REPORT GENERATION </a:t>
            </a:r>
          </a:p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FUTURE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oogle Shape;89;g3bc64e9295e_8_40">
            <a:extLst>
              <a:ext uri="{FF2B5EF4-FFF2-40B4-BE49-F238E27FC236}">
                <a16:creationId xmlns:a16="http://schemas.microsoft.com/office/drawing/2014/main" id="{73974F47-635B-E347-B102-32DB4AFC337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0;g3bc64e9295e_8_40">
            <a:extLst>
              <a:ext uri="{FF2B5EF4-FFF2-40B4-BE49-F238E27FC236}">
                <a16:creationId xmlns:a16="http://schemas.microsoft.com/office/drawing/2014/main" id="{A4BC57DE-7D04-AD2E-5B09-582F5F3766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B3D7AA-F565-82A4-93DE-FD7FD8F5541B}"/>
              </a:ext>
            </a:extLst>
          </p:cNvPr>
          <p:cNvSpPr txBox="1"/>
          <p:nvPr/>
        </p:nvSpPr>
        <p:spPr>
          <a:xfrm>
            <a:off x="357352" y="1742689"/>
            <a:ext cx="11641851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convert processed financial data into understandable reports and analytical insights for effective expenditure monitoring.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Generated: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Financial summary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Category-wise expenditure report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Income and expense comparison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Spending trend analysis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Highest spending category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Average daily spending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of expense transactions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1453C5-C27E-C381-A43D-46F3D500AB1D}"/>
              </a:ext>
            </a:extLst>
          </p:cNvPr>
          <p:cNvSpPr txBox="1"/>
          <p:nvPr/>
        </p:nvSpPr>
        <p:spPr>
          <a:xfrm>
            <a:off x="5437845" y="3065993"/>
            <a:ext cx="6093618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Output: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Category-wise spending visualization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 identification of highest spending category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Average daily expenditure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of expenses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Graphical financial reporting</a:t>
            </a:r>
          </a:p>
        </p:txBody>
      </p:sp>
    </p:spTree>
    <p:extLst>
      <p:ext uri="{BB962C8B-B14F-4D97-AF65-F5344CB8AC3E}">
        <p14:creationId xmlns:p14="http://schemas.microsoft.com/office/powerpoint/2010/main" val="1580572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409EFA-EEE8-AAF1-8184-404B44C7C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906" y="191626"/>
            <a:ext cx="7262594" cy="6466349"/>
          </a:xfrm>
          <a:prstGeom prst="rect">
            <a:avLst/>
          </a:prstGeom>
        </p:spPr>
      </p:pic>
      <p:pic>
        <p:nvPicPr>
          <p:cNvPr id="6" name="Google Shape;89;g3bc64e9295e_8_40">
            <a:extLst>
              <a:ext uri="{FF2B5EF4-FFF2-40B4-BE49-F238E27FC236}">
                <a16:creationId xmlns:a16="http://schemas.microsoft.com/office/drawing/2014/main" id="{C6E0CFFE-8313-E1C1-7D34-3A1ED44D57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0;g3bc64e9295e_8_40">
            <a:extLst>
              <a:ext uri="{FF2B5EF4-FFF2-40B4-BE49-F238E27FC236}">
                <a16:creationId xmlns:a16="http://schemas.microsoft.com/office/drawing/2014/main" id="{19C7E72F-9F85-4EE3-6027-7ACB8D3BB10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0710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8EB1D7-7D6A-D49A-DC7A-7A4E040ED562}"/>
              </a:ext>
            </a:extLst>
          </p:cNvPr>
          <p:cNvSpPr txBox="1"/>
          <p:nvPr/>
        </p:nvSpPr>
        <p:spPr>
          <a:xfrm>
            <a:off x="3357563" y="128587"/>
            <a:ext cx="6357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OUTPUT</a:t>
            </a:r>
          </a:p>
        </p:txBody>
      </p:sp>
      <p:pic>
        <p:nvPicPr>
          <p:cNvPr id="5" name="Google Shape;89;g3bc64e9295e_8_40">
            <a:extLst>
              <a:ext uri="{FF2B5EF4-FFF2-40B4-BE49-F238E27FC236}">
                <a16:creationId xmlns:a16="http://schemas.microsoft.com/office/drawing/2014/main" id="{E55ED0C8-1A4A-E25C-3BF3-74CF11D6C34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0;g3bc64e9295e_8_40">
            <a:extLst>
              <a:ext uri="{FF2B5EF4-FFF2-40B4-BE49-F238E27FC236}">
                <a16:creationId xmlns:a16="http://schemas.microsoft.com/office/drawing/2014/main" id="{C3C73B8B-E418-D749-E1EB-ED892B69A4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8B12C2-53A8-0143-2CC9-54FA1B9E7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950" y="1354930"/>
            <a:ext cx="3615691" cy="22598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1B4D8E-19DB-BFF2-B6BF-74B5B2E007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6988" y="1354930"/>
            <a:ext cx="3909061" cy="23741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62FCD9-C857-FC94-DC73-6B909CAB92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5950" y="4070569"/>
            <a:ext cx="3499770" cy="23741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1BD8F6-8817-972A-243C-D19379FB2B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6989" y="4070568"/>
            <a:ext cx="3909060" cy="237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126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4F9736-C6C6-0D32-C0DD-88ADD2A91234}"/>
              </a:ext>
            </a:extLst>
          </p:cNvPr>
          <p:cNvSpPr txBox="1"/>
          <p:nvPr/>
        </p:nvSpPr>
        <p:spPr>
          <a:xfrm>
            <a:off x="1010839" y="1943904"/>
            <a:ext cx="9790511" cy="4307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- Reduces repetitive manual calculations.</a:t>
            </a:r>
          </a:p>
          <a:p>
            <a:pPr algn="just">
              <a:lnSpc>
                <a:spcPct val="2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Records - Maintains income and expenditure information in one system.</a:t>
            </a:r>
          </a:p>
          <a:p>
            <a:pPr algn="just">
              <a:lnSpc>
                <a:spcPct val="2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Organization - Categorization makes expenditure easier to understand.</a:t>
            </a:r>
          </a:p>
          <a:p>
            <a:pPr algn="just">
              <a:lnSpc>
                <a:spcPct val="2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Awareness - Provides immediate visibility into budget consumption.</a:t>
            </a:r>
          </a:p>
          <a:p>
            <a:pPr algn="just">
              <a:lnSpc>
                <a:spcPct val="2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Decision Support - Charts and financial indicators help identify spending patterns.</a:t>
            </a:r>
          </a:p>
          <a:p>
            <a:pPr algn="just">
              <a:lnSpc>
                <a:spcPct val="2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 - The dashboard provides a structured interface for managing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233731-87CC-BD99-1F5C-78B279B810D6}"/>
              </a:ext>
            </a:extLst>
          </p:cNvPr>
          <p:cNvSpPr txBox="1"/>
          <p:nvPr/>
        </p:nvSpPr>
        <p:spPr>
          <a:xfrm>
            <a:off x="3403998" y="142439"/>
            <a:ext cx="6093618" cy="82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ADVANTAGES</a:t>
            </a:r>
          </a:p>
        </p:txBody>
      </p:sp>
      <p:pic>
        <p:nvPicPr>
          <p:cNvPr id="8" name="Google Shape;89;g3bc64e9295e_8_40">
            <a:extLst>
              <a:ext uri="{FF2B5EF4-FFF2-40B4-BE49-F238E27FC236}">
                <a16:creationId xmlns:a16="http://schemas.microsoft.com/office/drawing/2014/main" id="{21A61B8F-7059-5D53-B0A6-F53EE383346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0;g3bc64e9295e_8_40">
            <a:extLst>
              <a:ext uri="{FF2B5EF4-FFF2-40B4-BE49-F238E27FC236}">
                <a16:creationId xmlns:a16="http://schemas.microsoft.com/office/drawing/2014/main" id="{CDE5EA94-5437-A2CA-D746-E085E218B3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9359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F300F3-11A8-EC32-7BFD-14BF6F493A13}"/>
              </a:ext>
            </a:extLst>
          </p:cNvPr>
          <p:cNvSpPr txBox="1"/>
          <p:nvPr/>
        </p:nvSpPr>
        <p:spPr>
          <a:xfrm>
            <a:off x="4426148" y="258246"/>
            <a:ext cx="33397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pic>
        <p:nvPicPr>
          <p:cNvPr id="6" name="Google Shape;89;g3bc64e9295e_8_40">
            <a:extLst>
              <a:ext uri="{FF2B5EF4-FFF2-40B4-BE49-F238E27FC236}">
                <a16:creationId xmlns:a16="http://schemas.microsoft.com/office/drawing/2014/main" id="{C6426AB4-E5BA-EF70-D60D-9575808B492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0;g3bc64e9295e_8_40">
            <a:extLst>
              <a:ext uri="{FF2B5EF4-FFF2-40B4-BE49-F238E27FC236}">
                <a16:creationId xmlns:a16="http://schemas.microsoft.com/office/drawing/2014/main" id="{9A017727-AD3A-8A5D-E33F-78F04B9E4B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5A16DE-C82F-9FCA-00AD-91F634A125E7}"/>
              </a:ext>
            </a:extLst>
          </p:cNvPr>
          <p:cNvSpPr txBox="1"/>
          <p:nvPr/>
        </p:nvSpPr>
        <p:spPr>
          <a:xfrm>
            <a:off x="628650" y="1743423"/>
            <a:ext cx="8983265" cy="4922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limitations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CSV-based storage is suitable for small-scale usage but not ideal for large datasets. 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user authentication or multi-user account management. 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Financial reports are primarily dashboard-based. 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automated bank-account integration. 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Limited predictive financial analysis. 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dedicated mobile application. 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Advanced financial forecasting is not currently implemented. </a:t>
            </a:r>
          </a:p>
        </p:txBody>
      </p:sp>
    </p:spTree>
    <p:extLst>
      <p:ext uri="{BB962C8B-B14F-4D97-AF65-F5344CB8AC3E}">
        <p14:creationId xmlns:p14="http://schemas.microsoft.com/office/powerpoint/2010/main" val="955081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F0B2E3-4142-B52B-75D5-858E7D4857FA}"/>
              </a:ext>
            </a:extLst>
          </p:cNvPr>
          <p:cNvSpPr txBox="1"/>
          <p:nvPr/>
        </p:nvSpPr>
        <p:spPr>
          <a:xfrm>
            <a:off x="357352" y="1904509"/>
            <a:ext cx="12015788" cy="4307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extended into a more comprehensive personal-finance platform.</a:t>
            </a:r>
          </a:p>
          <a:p>
            <a:pPr algn="just">
              <a:lnSpc>
                <a:spcPct val="2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Database Integration - Replace CSV storage with MySQL, PostgreSQL or SQLite for scalable data management.</a:t>
            </a:r>
          </a:p>
          <a:p>
            <a:pPr algn="just">
              <a:lnSpc>
                <a:spcPct val="2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User Authentication - Introduce secure login and individual financial profiles.</a:t>
            </a:r>
          </a:p>
          <a:p>
            <a:pPr algn="just">
              <a:lnSpc>
                <a:spcPct val="2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Automated Report Export - Generate downloadable PDF/Excel financial reports.</a:t>
            </a:r>
          </a:p>
          <a:p>
            <a:pPr algn="just">
              <a:lnSpc>
                <a:spcPct val="2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Advanced Budgeting - Support category-specific budgets and recurring expenses.</a:t>
            </a:r>
          </a:p>
          <a:p>
            <a:pPr algn="just">
              <a:lnSpc>
                <a:spcPct val="2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Predictive Analytics - Estimate future expenditure using historical spending patterns.</a:t>
            </a:r>
          </a:p>
          <a:p>
            <a:pPr algn="just">
              <a:lnSpc>
                <a:spcPct val="20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oogle Shape;89;g3bc64e9295e_8_40">
            <a:extLst>
              <a:ext uri="{FF2B5EF4-FFF2-40B4-BE49-F238E27FC236}">
                <a16:creationId xmlns:a16="http://schemas.microsoft.com/office/drawing/2014/main" id="{838A6283-F74A-A71F-DE8B-F0DB6923BDD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0;g3bc64e9295e_8_40">
            <a:extLst>
              <a:ext uri="{FF2B5EF4-FFF2-40B4-BE49-F238E27FC236}">
                <a16:creationId xmlns:a16="http://schemas.microsoft.com/office/drawing/2014/main" id="{B49EE53B-E05B-931F-14BF-C765B26774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017BC3-1FBA-6531-15C5-47ADB0B112BF}"/>
              </a:ext>
            </a:extLst>
          </p:cNvPr>
          <p:cNvSpPr txBox="1"/>
          <p:nvPr/>
        </p:nvSpPr>
        <p:spPr>
          <a:xfrm>
            <a:off x="2764796" y="322927"/>
            <a:ext cx="68865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</p:spTree>
    <p:extLst>
      <p:ext uri="{BB962C8B-B14F-4D97-AF65-F5344CB8AC3E}">
        <p14:creationId xmlns:p14="http://schemas.microsoft.com/office/powerpoint/2010/main" val="2403290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87C90F-E790-CEE4-B935-5ECF8D7C1DCC}"/>
              </a:ext>
            </a:extLst>
          </p:cNvPr>
          <p:cNvSpPr txBox="1"/>
          <p:nvPr/>
        </p:nvSpPr>
        <p:spPr>
          <a:xfrm>
            <a:off x="332183" y="1681460"/>
            <a:ext cx="11216879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Automated Personal Expenditure Monitoring System provides a structured approach to managing personal financial information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6E1341-737A-AF98-0417-4456C1CEDCD5}"/>
              </a:ext>
            </a:extLst>
          </p:cNvPr>
          <p:cNvSpPr txBox="1"/>
          <p:nvPr/>
        </p:nvSpPr>
        <p:spPr>
          <a:xfrm>
            <a:off x="3049191" y="286821"/>
            <a:ext cx="6093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8" name="Google Shape;89;g3bc64e9295e_8_40">
            <a:extLst>
              <a:ext uri="{FF2B5EF4-FFF2-40B4-BE49-F238E27FC236}">
                <a16:creationId xmlns:a16="http://schemas.microsoft.com/office/drawing/2014/main" id="{F7B9060E-C995-9B26-2171-532B2A56707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0;g3bc64e9295e_8_40">
            <a:extLst>
              <a:ext uri="{FF2B5EF4-FFF2-40B4-BE49-F238E27FC236}">
                <a16:creationId xmlns:a16="http://schemas.microsoft.com/office/drawing/2014/main" id="{9CE84ECB-9120-3FA7-D0E2-45F79D5008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F3ECAC-669E-776B-54E3-9E40A8073D0F}"/>
              </a:ext>
            </a:extLst>
          </p:cNvPr>
          <p:cNvSpPr txBox="1"/>
          <p:nvPr/>
        </p:nvSpPr>
        <p:spPr>
          <a:xfrm>
            <a:off x="357352" y="2788738"/>
            <a:ext cx="7157873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demonstrates: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Systematic income and expense recording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Persistent transaction management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financial calculations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Monthly budget monitoring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Category-wise expenditure analysis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Graphical financial visualization </a:t>
            </a:r>
          </a:p>
        </p:txBody>
      </p:sp>
    </p:spTree>
    <p:extLst>
      <p:ext uri="{BB962C8B-B14F-4D97-AF65-F5344CB8AC3E}">
        <p14:creationId xmlns:p14="http://schemas.microsoft.com/office/powerpoint/2010/main" val="1807746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1604" y="2828407"/>
            <a:ext cx="10515600" cy="1325563"/>
          </a:xfrm>
        </p:spPr>
        <p:txBody>
          <a:bodyPr/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I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89;g3bc64e9295e_8_40">
            <a:extLst>
              <a:ext uri="{FF2B5EF4-FFF2-40B4-BE49-F238E27FC236}">
                <a16:creationId xmlns:a16="http://schemas.microsoft.com/office/drawing/2014/main" id="{074D6AAC-E7E4-CD6F-3267-6867E6F630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0;g3bc64e9295e_8_40">
            <a:extLst>
              <a:ext uri="{FF2B5EF4-FFF2-40B4-BE49-F238E27FC236}">
                <a16:creationId xmlns:a16="http://schemas.microsoft.com/office/drawing/2014/main" id="{59978544-5401-8431-7A17-D41F0F76FE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798</Words>
  <Application>Microsoft Office PowerPoint</Application>
  <PresentationFormat>Widescreen</PresentationFormat>
  <Paragraphs>138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AUTOMATED PERSONAL EXPENDITURE MONITORING SYSTEM DEVELOPED IN C++</vt:lpstr>
      <vt:lpstr>INTRODUCTION </vt:lpstr>
      <vt:lpstr>OBJECTIVES</vt:lpstr>
      <vt:lpstr>PROBLEM STATEMENT</vt:lpstr>
      <vt:lpstr>PowerPoint Presentation</vt:lpstr>
      <vt:lpstr>PowerPoint Presentation</vt:lpstr>
      <vt:lpstr>MODULE 1: INCOME &amp; EXPENSE MANAGEMENT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Implementation of a Student Information and Result Management System using C++</dc:title>
  <dc:creator>deepapreya H</dc:creator>
  <cp:lastModifiedBy>SAI NANDINI CHENNAM</cp:lastModifiedBy>
  <cp:revision>8</cp:revision>
  <dcterms:created xsi:type="dcterms:W3CDTF">2025-09-09T14:27:00Z</dcterms:created>
  <dcterms:modified xsi:type="dcterms:W3CDTF">2026-09-04T16:13:51Z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BDC25231C7C74D13B9EC5FC850D135BC_12</vt:lpwstr>
  </property>
  <property fmtid="{D5CDD505-2E9C-101B-9397-08002B2CF9AE}" pid="3" name="KSOProductBuildVer">
    <vt:lpwstr>1033-12.2.0.22549</vt:lpwstr>
  </property>
</Properties>
</file>